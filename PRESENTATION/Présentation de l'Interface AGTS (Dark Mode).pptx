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Poppins" panose="020B0604020202020204" charset="0"/>
      <p:regular r:id="rId17"/>
      <p:bold r:id="rId18"/>
      <p:italic r:id="rId19"/>
      <p:boldItalic r:id="rId20"/>
    </p:embeddedFont>
    <p:embeddedFont>
      <p:font typeface="Lato" panose="020B060402020202020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7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0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8980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4008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0383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5236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8010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1970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7964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6549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0255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945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682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098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0400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4100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5488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406128"/>
            <a:ext cx="5200650" cy="201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AGTS: Gestion de Transport Scolaire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08040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Présentation de l'Interface Utilisateur pour l'Institut Ivoirien de Technologie (IIT).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720381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Projet</a:t>
            </a:r>
            <a:r>
              <a:rPr lang="en-US" sz="120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00" b="1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Génie</a:t>
            </a:r>
            <a:r>
              <a:rPr lang="en-US" sz="1200" b="1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Logiciel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Pour: M. </a:t>
            </a:r>
            <a:r>
              <a:rPr lang="en-US" sz="120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Sédrick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Entreprise</a:t>
            </a:r>
            <a:r>
              <a:rPr lang="en-US" sz="12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: IIT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2400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749004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Le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projet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AGTS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digitalise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gestion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du bus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scolaire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d'IIT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L'application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fournit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3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niveaux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d'accès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distincts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pour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une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expérience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personnalisée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sécurisée</a:t>
            </a: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1190625" y="4333875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Administrateur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190625" y="475104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Chauffeur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209675" y="5168205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Étudiant</a:t>
            </a:r>
            <a:endParaRPr dirty="0"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1714500"/>
            <a:ext cx="4905375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4314825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467225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4815780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488439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5225355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530155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Contexte et Authentification (UC1)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5619750" y="288131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700575" y="3214687"/>
            <a:ext cx="679084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Parcours</a:t>
            </a:r>
            <a:r>
              <a:rPr lang="en-US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45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l'Étudiant</a:t>
            </a:r>
            <a:endParaRPr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2400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2677566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L'accueil centralise les informations vitales pour l'étudiant. Il peut voir en un clin d'œil l'état de son transport et de son compte.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57250" y="3416647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Suivi de la position du bus (UC3)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57250" y="3833812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État de l'abonnement et renouvellement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57250" y="4250977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Historique des trajets récents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7250" y="4668142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Accès direct à la carte et au profil</a:t>
            </a:r>
            <a:endParaRPr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1714500"/>
            <a:ext cx="4905375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3397597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814762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4231927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4649092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Tableau de Bord Étudiant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54547"/>
            <a:ext cx="5334000" cy="4101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854547"/>
            <a:ext cx="5334000" cy="4101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45047"/>
            <a:ext cx="4953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2045047"/>
            <a:ext cx="4953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62000" y="5521672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Suivi en temps réel (UC3)</a:t>
            </a: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avec ETA, vitesse et distance.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477000" y="5521672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Gestion du profil (Mon Profil)</a:t>
            </a: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pour modifier les informations.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140297"/>
            <a:ext cx="47625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72462" y="2140297"/>
            <a:ext cx="1362075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Fonctionnalités Clés de l'Étudiant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77000" y="2045050"/>
            <a:ext cx="49530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54547"/>
            <a:ext cx="5334000" cy="4101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854547"/>
            <a:ext cx="5334000" cy="4101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45047"/>
            <a:ext cx="4953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2045047"/>
            <a:ext cx="4953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62000" y="5521672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Notifications (UC7)</a:t>
            </a: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pour les alertes ("Bus en route", "Abonnement").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477000" y="5521672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Paramètres</a:t>
            </a: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pour personnaliser l'expérience (mode sombre, langue).</a:t>
            </a:r>
            <a:endParaRPr/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7389" y="2140297"/>
            <a:ext cx="4442221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2250" y="2140297"/>
            <a:ext cx="47625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Rester Informé et Personnaliser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5619750" y="288131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2590561" y="3214687"/>
            <a:ext cx="701087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Parcours</a:t>
            </a:r>
            <a:r>
              <a:rPr lang="en-US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du Chauffeur</a:t>
            </a:r>
            <a:endParaRPr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2400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71500" y="288607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L'interface du chauffeur est un outil de gestion conçu pour la route, centré sur l'action et la sécurité.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857250" y="3625155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Gestion du trajet (Démarrer / Terminer)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857250" y="404232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Consulter la liste des étudiants présents (UC8)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857250" y="4459485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Visualiser la carte et le statut du trajet</a:t>
            </a:r>
            <a:endParaRPr/>
          </a:p>
        </p:txBody>
      </p:sp>
      <p:pic>
        <p:nvPicPr>
          <p:cNvPr id="170" name="Google Shape;17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1714500"/>
            <a:ext cx="4905375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3606105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4023270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4440435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Tableau de Bord Chauffeur (UC8)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/>
          <p:nvPr/>
        </p:nvSpPr>
        <p:spPr>
          <a:xfrm>
            <a:off x="5619750" y="2881312"/>
            <a:ext cx="952500" cy="476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2150506" y="3214687"/>
            <a:ext cx="789098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Panel de </a:t>
            </a:r>
            <a:r>
              <a:rPr lang="en-US" sz="45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l'Administrateur</a:t>
            </a:r>
            <a:endParaRPr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52400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571500" y="2677566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Le panel admin est le centre de contrôle (UC5, UC6). Il offre une vue d'ensemble sur l'activité du service.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857250" y="3416647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Statistiques (Chauffeurs actifs, Bus en service)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857250" y="3833812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Gestion des routes et des horaires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857250" y="4250977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Gestion des comptes utilisateurs (Chauffeurs, Étudiants)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857250" y="4668142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Envoi de notifications globales</a:t>
            </a:r>
            <a:endParaRPr/>
          </a:p>
        </p:txBody>
      </p:sp>
      <p:pic>
        <p:nvPicPr>
          <p:cNvPr id="191" name="Google Shape;19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1714500"/>
            <a:ext cx="4905375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571500" y="3397597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3814762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4231927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4649092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Tableau de Bord (Admin)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4950856" y="2674590"/>
            <a:ext cx="229028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Merci</a:t>
            </a:r>
            <a:endParaRPr dirty="0"/>
          </a:p>
        </p:txBody>
      </p:sp>
      <p:sp>
        <p:nvSpPr>
          <p:cNvPr id="204" name="Google Shape;204;p23"/>
          <p:cNvSpPr txBox="1"/>
          <p:nvPr/>
        </p:nvSpPr>
        <p:spPr>
          <a:xfrm>
            <a:off x="4381500" y="3817590"/>
            <a:ext cx="342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AGTS -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Projet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Génie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Logiciel</a:t>
            </a:r>
            <a:r>
              <a:rPr lang="en-US" sz="1800" b="0" i="0" u="none" strike="noStrike" cap="none" dirty="0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 IIT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/>
      <p:bldP spid="20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/>
        </p:nvSpPr>
        <p:spPr>
          <a:xfrm>
            <a:off x="295275" y="228986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 ?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571500" y="362336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Merci pour votre attention.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571500" y="433953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AGTS - Projet IIT</a:t>
            </a:r>
            <a:endParaRPr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11827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127664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303264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230909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15855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5086201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60138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571500" y="1009054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571500" y="20014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571500" y="2134790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225" name="Google Shape;225;p25"/>
          <p:cNvSpPr/>
          <p:nvPr/>
        </p:nvSpPr>
        <p:spPr>
          <a:xfrm>
            <a:off x="571500" y="292908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571500" y="3062436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571500" y="38567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571500" y="3990082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571500" y="47843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571500" y="4917727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571500" y="57120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571500" y="5845373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pic>
        <p:nvPicPr>
          <p:cNvPr id="233" name="Google Shape;23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127664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1952625" y="1170979"/>
            <a:ext cx="96678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https://png.pngtree.com/png-clipart/20230923/original/pngtree-mobile-app-screen-featuring-blue-gradient-onboarding-for-intelligent-technology-products-png-image_12561275.png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1952625" y="1614785"/>
            <a:ext cx="96678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id="236" name="Google Shape;23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3032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 txBox="1"/>
          <p:nvPr/>
        </p:nvSpPr>
        <p:spPr>
          <a:xfrm>
            <a:off x="1952625" y="2296715"/>
            <a:ext cx="96678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https://assets.justinmind.com/wp-content/uploads/2024/06/login-page-example-ios-passcode-screen.png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1952625" y="2542430"/>
            <a:ext cx="96678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www.justinmind.com</a:t>
            </a:r>
            <a:endParaRPr/>
          </a:p>
        </p:txBody>
      </p:sp>
      <p:pic>
        <p:nvPicPr>
          <p:cNvPr id="239" name="Google Shape;23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32309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1952625" y="3224361"/>
            <a:ext cx="96678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https://miro.medium.com/v2/resize:fit:1200/1*4jQW6KXhuVhSJZDqGNCNjA.png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1952625" y="3470076"/>
            <a:ext cx="96678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242" name="Google Shape;24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41585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1952625" y="4152007"/>
            <a:ext cx="96678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https://cdn.geo-tracker.org/web/screenshots/release-533-1-en.jpg.webp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1952625" y="4397722"/>
            <a:ext cx="96678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geo-tracker.org</a:t>
            </a:r>
            <a:endParaRPr/>
          </a:p>
        </p:txBody>
      </p:sp>
      <p:pic>
        <p:nvPicPr>
          <p:cNvPr id="245" name="Google Shape;245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50862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1952625" y="5079652"/>
            <a:ext cx="96678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https://cdn.prod.website-files.com/64d1f4894b9a964bb3b26df9/67bd760d54d290fd0542cfa6_image8%20(1).jpg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1952625" y="5325367"/>
            <a:ext cx="96678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www.setproduct.com</a:t>
            </a:r>
            <a:endParaRPr/>
          </a:p>
        </p:txBody>
      </p:sp>
      <p:pic>
        <p:nvPicPr>
          <p:cNvPr id="248" name="Google Shape;248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60138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1952625" y="6007298"/>
            <a:ext cx="96678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https://media.geeksforgeeks.org/wp-content/uploads/20230711014402/Group-82-(1)-660.jpg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1952625" y="6253013"/>
            <a:ext cx="96678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571500" y="-11489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11827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137" y="266789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137" y="3595538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137" y="45231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2719387" y="2499419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260" name="Google Shape;260;p26"/>
          <p:cNvSpPr/>
          <p:nvPr/>
        </p:nvSpPr>
        <p:spPr>
          <a:xfrm>
            <a:off x="2719387" y="3293715"/>
            <a:ext cx="6753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2719387" y="3427065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2719387" y="4221360"/>
            <a:ext cx="6753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 txBox="1"/>
          <p:nvPr/>
        </p:nvSpPr>
        <p:spPr>
          <a:xfrm>
            <a:off x="2719387" y="4354710"/>
            <a:ext cx="76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/>
          </a:p>
        </p:txBody>
      </p:sp>
      <p:pic>
        <p:nvPicPr>
          <p:cNvPr id="264" name="Google Shape;26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5137" y="26678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 txBox="1"/>
          <p:nvPr/>
        </p:nvSpPr>
        <p:spPr>
          <a:xfrm>
            <a:off x="4100512" y="2661344"/>
            <a:ext cx="53721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https://thinkster.in/wp-content/uploads/2025/05/Cover_2-Recovered-12.webp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4100512" y="2907059"/>
            <a:ext cx="5372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thinkster.in</a:t>
            </a:r>
            <a:endParaRPr/>
          </a:p>
        </p:txBody>
      </p:sp>
      <p:pic>
        <p:nvPicPr>
          <p:cNvPr id="267" name="Google Shape;26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5137" y="35955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4100512" y="3588990"/>
            <a:ext cx="53721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https://nagaredesignstudio.com/wp-content/uploads/2023/07/1000-Bus-Stop-and-Route-App.jpg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4100512" y="3834705"/>
            <a:ext cx="5372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nagaredesignstudio.com</a:t>
            </a:r>
            <a:endParaRPr/>
          </a:p>
        </p:txBody>
      </p:sp>
      <p:pic>
        <p:nvPicPr>
          <p:cNvPr id="270" name="Google Shape;27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5137" y="45231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4100512" y="4516635"/>
            <a:ext cx="53721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https://colorlib.com/wp/wp-content/uploads/sites/2/srtdash-html-free-admin-dashboard.jpg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4100512" y="4762351"/>
            <a:ext cx="5372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5E7E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colorlib.com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Office PowerPoint</Application>
  <PresentationFormat>Grand écran</PresentationFormat>
  <Paragraphs>82</Paragraphs>
  <Slides>14</Slides>
  <Notes>14</Notes>
  <HiddenSlides>2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Poppins</vt:lpstr>
      <vt:lpstr>Arial</vt:lpstr>
      <vt:lpstr>Lato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Compte Microsoft</cp:lastModifiedBy>
  <cp:revision>2</cp:revision>
  <dcterms:modified xsi:type="dcterms:W3CDTF">2025-11-06T02:27:43Z</dcterms:modified>
</cp:coreProperties>
</file>