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8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01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47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55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31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34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891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5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32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60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48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96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FBEFB-8CFA-41D7-AA8D-4330B030D5D1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31511-BE0C-4E4A-9F4C-A565EA741B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00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6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843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80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34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974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t="99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094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49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t="10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669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t="1048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58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2</cp:revision>
  <dcterms:created xsi:type="dcterms:W3CDTF">2026-01-22T08:01:19Z</dcterms:created>
  <dcterms:modified xsi:type="dcterms:W3CDTF">2026-01-22T08:02:44Z</dcterms:modified>
</cp:coreProperties>
</file>